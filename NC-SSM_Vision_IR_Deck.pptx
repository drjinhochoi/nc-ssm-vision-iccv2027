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Parameters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(K)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UFLD-v2</c:v>
                  </c:pt>
                  <c:pt idx="1">
                    <c:v>CLRNet</c:v>
                  </c:pt>
                  <c:pt idx="2">
                    <c:v>YOLOv10-N</c:v>
                  </c:pt>
                  <c:pt idx="3">
                    <c:v>IA-YOLO</c:v>
                  </c:pt>
                  <c:pt idx="4">
                    <c:v>VMamba-T</c:v>
                  </c:pt>
                  <c:pt idx="5">
                    <c:v>Ours (Tiny)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2700</c:v>
                </c:pt>
                <c:pt idx="1">
                  <c:v>9000</c:v>
                </c:pt>
                <c:pt idx="2">
                  <c:v>2300</c:v>
                </c:pt>
                <c:pt idx="3">
                  <c:v>3000</c:v>
                </c:pt>
                <c:pt idx="4">
                  <c:v>26000</c:v>
                </c:pt>
                <c:pt idx="5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NC-SSM 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Edge Vision for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Environments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Ultra-Lightweight Tunnel &amp; Night Vision AI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25K 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params   |   </a:t>
            </a:r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24.4 KB 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INT8 model   |   </a:t>
            </a:r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100x 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smaller than SOTA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 Ho Choi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AI Fails in Extreme Conditions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Darkness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brightness drop at tunnel entry.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become blind.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rate increase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3736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 / Dazzle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exit creates extreme contrast.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 fails completely.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920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(human)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9184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Low Visibility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collapses below detectable.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degrade severely.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474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1752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drop in fog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91840"/>
            <a:ext cx="54864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749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MCU: &lt;100KB RAM, &lt;1mW power.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vision AI: 2.3M~26M params.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3474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100x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4088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edge budget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Noise-Conditioned State Space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solidFill>
            <a:srgbClr val="14223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Core Insight: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Standard SSM noise propagation O(σ⁶) vs CNN O(σ²).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NC-SSM adaptively blends selective ↔ fixed dynamics based on visibility, achieving O(σ²) with SSM efficiency.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423160" cy="228600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743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0-parameter signal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detects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darkness, glare, fog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20440" y="2606040"/>
            <a:ext cx="2423160" cy="228600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743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3977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1-parameter gate: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mixture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experts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2606040"/>
            <a:ext cx="2423160" cy="228600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7432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3337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46520" y="3977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0-parameter low-light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signal bypass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Audio-to-Vision Domain Transfer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(Interspeech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(ICCV 2027)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spectrogram bands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patches (16x16)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per sub-band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per sub-region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DualPCEN (1 param)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DualNorm MoE (1 param)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Sub. + Bypass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Retinex + Bypass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NC-SSM (σ gate)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NC-SSM (σ gate)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Spotting (12 cls)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 Det + Object Spotting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Superset of Mamba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Superset of Vision Mamba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114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Superset Guarantee: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σ=1 recovers standard Vision Mamba. NC-SSM can only improve, never degrade baseline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100x Smaller, Edge-Deployable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Breakdown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09360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25,010 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9360" y="24414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Model Size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09360" y="2624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24.4 KB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09360" y="2916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3099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20,810 params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9360" y="3392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Head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09360" y="3575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4,200 params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09360" y="3867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Head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4050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489 params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Tasks, One Backbone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01752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Row-anchor regression (UFLD-style)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lanes x 18 anchors x 2 values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only 4,200 params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CULane / BDD100K benchmark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Tunnel-robust by design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657600" cy="301752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Object Spotting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"Visual Keyword Spotting" concept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CenterNet: heatmap + offset + size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only 489 params (!)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classes: pedestrian, vehicle, sign...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ExDark / ACDC benchmark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Edge AI Vision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103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$78B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(2030 projected)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508760"/>
            <a:ext cx="2103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Chips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 projected)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508760"/>
            <a:ext cx="21031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km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83280"/>
            <a:ext cx="2468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ADAS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Tunnel/night lane keeping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vehicles &amp; motorcycles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3383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66160" y="338328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CCTV monitoring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MCU (no cloud needed)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383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38328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Robots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Indoor/underground navigation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delivery &amp; inspection bots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IP Protection + Top-Tier Publication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150876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1600200"/>
            <a:ext cx="1828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828800" cy="10972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Patent Filed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 2026 (Audio NC-SSM)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50876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1600200"/>
            <a:ext cx="1828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88920" y="2194560"/>
            <a:ext cx="1828800" cy="10972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803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Patent Application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NC-SSM Vision R&amp;D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50876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7880" y="1600200"/>
            <a:ext cx="1828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1828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2027 Submission (Mar)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CULane/ExDark Benchmarks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26680" y="1508760"/>
            <a:ext cx="182880" cy="1828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H2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2194560"/>
            <a:ext cx="1828800" cy="10972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9516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SDK Release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Partner PoC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Portfolio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069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Patent: NC-SSM core architecture + noise-conditioned selectivity modulation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Patent: Pending (audio + vision domains)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 2026: First publication establishing NC-SSM theory (audio)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2027: Vision extension with tunnel/night robustness benchmarks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Infrastructure + Edge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SDK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NC-SSM Vision 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MCU/SoC vendors.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royalty model.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34440" y="3794760"/>
            <a:ext cx="1463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1554480"/>
            <a:ext cx="2468880" cy="274320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Service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0332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Tunnel/road monitoring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for governments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road operators.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069080" y="3794760"/>
            <a:ext cx="1463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554480"/>
            <a:ext cx="2468880" cy="2743200"/>
          </a:xfrm>
          <a:prstGeom prst="rect">
            <a:avLst/>
          </a:prstGeom>
          <a:solidFill>
            <a:srgbClr val="1A2D4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 University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3796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Physical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departments. Train next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AI talent.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03720" y="3794760"/>
            <a:ext cx="1463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6"/>
          <p:cNvSpPr/>
          <p:nvPr/>
        </p:nvSpPr>
        <p:spPr>
          <a:xfrm>
            <a:off x="6903720" y="3794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NC-SSM 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Smallest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AI for Extreme Conditions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params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KB model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Tunnel-robust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Patent-protected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 Ho Choi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NC-SSM Vision - AI Edge Vision Platform</dc:title>
  <dc:subject>PptxGenJS Presentation</dc:subject>
  <dc:creator>Jin Ho Choi</dc:creator>
  <cp:lastModifiedBy>Jin Ho Choi</cp:lastModifiedBy>
  <cp:revision>1</cp:revision>
  <dcterms:created xsi:type="dcterms:W3CDTF">2026-03-21T03:56:24Z</dcterms:created>
  <dcterms:modified xsi:type="dcterms:W3CDTF">2026-03-21T03:56:24Z</dcterms:modified>
</cp:coreProperties>
</file>